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1C7710-1D8A-4A99-A6D8-7D829EE10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C5C76A9-C6FD-414C-B76A-BF2DE0C9FE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1DDF54-69F9-42D7-B7E5-78EE4ADA8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D9B7-E371-48B3-A511-C620C8EF6363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D757E9-B0A4-499F-AAE2-792D3921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497A74-0866-4C98-8DC3-EB051E757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3973E-AE27-4085-A261-7259F07F66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976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51D821-6C3E-435A-9D21-11F31E678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13D673-D84A-435D-83FE-3F71D79D8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395879-060F-4FC9-88F3-D085C9FCF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D9B7-E371-48B3-A511-C620C8EF6363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091E1A-1CCE-4FF4-B573-327EC5189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6187D5-2EE4-4AAF-BDE1-F76A37DDB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3973E-AE27-4085-A261-7259F07F66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320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B613C4-27FD-4939-B107-04B46D5D1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665D73-45ED-4D62-A744-90DFEA332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BB9433-EA18-41A4-93F1-14B5F433B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D9B7-E371-48B3-A511-C620C8EF6363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BECA50-F023-4DF9-AC70-E86066517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A8BE93-0469-4084-BDBE-DF6CE4A68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3973E-AE27-4085-A261-7259F07F66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642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466312-DDDE-417C-A841-E96864B12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B66193-9840-4293-9BC1-9E757D94B1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6E868B-9E87-44B8-80DF-258F846DC8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68CFC7-9730-400A-A1D9-30AAD0F01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D9B7-E371-48B3-A511-C620C8EF6363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16D1A7-F9B7-4766-B76E-24FD58155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C401CA-59D4-4012-B83A-0551D6527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3973E-AE27-4085-A261-7259F07F66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2538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CC0754-2AC4-4D8C-A1ED-03C965B21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EC1A32-41CE-4781-A0E6-BFC852C9A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5BDA90E-DE15-4FFB-9B12-AE10D126A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4BC974F-655E-44A8-9808-0D7ACBBE4B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1D8BFBD-C40B-4454-AB93-A4B1F444A2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A652181-0C93-4320-A60A-D8DD65D81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D9B7-E371-48B3-A511-C620C8EF6363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BE0F471-6A97-46FF-85DC-C19D4CADA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45782F1-6968-46D1-9C5A-990493716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3973E-AE27-4085-A261-7259F07F66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820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E923F9-E508-4C08-8090-7E2EBB6D9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6247D09-872F-4109-A681-BDC1D4BC4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D9B7-E371-48B3-A511-C620C8EF6363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0ACC26-ACE5-4819-89BB-8A16A0910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896ADC-285D-4C88-BCE5-C147220A6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3973E-AE27-4085-A261-7259F07F66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241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197511-52DB-4FBE-83BB-17F55A3A6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D9B7-E371-48B3-A511-C620C8EF6363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24C89E7-4C09-4C59-A98C-0C7C04785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8AC378-128A-4D53-828F-275523674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3973E-AE27-4085-A261-7259F07F66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19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6B6C7F-9206-49C9-8E96-89C9D840F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D4A325-C172-42A8-A2C9-7457D49BE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46DBD4-06A9-444B-8F5F-52AFB85765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A68836-6A23-4BE1-91E2-EE3CD1B5A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D9B7-E371-48B3-A511-C620C8EF6363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E3FD45-0403-41FD-BB15-AD5C68815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5D1C71-22A4-4149-83FA-D9C7B09AB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3973E-AE27-4085-A261-7259F07F66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839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CB6915-706F-4A1B-A084-3E8A4ECB0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441E03E-9830-4BB3-B615-2FDCFE43A9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51DEA6-DEBA-4AAF-9A0D-7ABC3BD0E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45FBE4-185C-4919-B629-5CEDA7669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D9B7-E371-48B3-A511-C620C8EF6363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B6FFEB-7343-4B2F-9C5D-14D6C6BA7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E60551-98B8-4E9B-BD17-04ADB021F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3973E-AE27-4085-A261-7259F07F66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996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AF256-602E-49E9-931A-11D9B6E12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FD9042A-BB0C-4E34-80E2-EFE9F3D7E6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A92EF6-2C10-4AAE-8A17-A9BEB7F44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D9B7-E371-48B3-A511-C620C8EF6363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70264A-3434-4685-864D-0D5AA355E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30D578-6DE3-432A-9E47-4D1C52B28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3973E-AE27-4085-A261-7259F07F66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555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15B5128-AC28-48D3-B4BD-D2E19B04C9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8FD476-5222-4759-AA2C-FCD90371A0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DD8A07-0160-44D2-87F7-D7014C9A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AD9B7-E371-48B3-A511-C620C8EF6363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8D9AC4-02A4-4024-AD7B-311EE10D5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780C7D-EA08-42A9-9C2F-ECFFFBEFA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3973E-AE27-4085-A261-7259F07F66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6592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D2450E1-9056-4040-84D5-5FE7935DC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ECE754-6AF5-4BE8-A2BB-857210FC8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EDBF9D-A531-469B-B9EF-E56A9F5D9B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AD9B7-E371-48B3-A511-C620C8EF6363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CF67F4-C580-457A-B026-A487319F73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DB962E-B4E8-42C7-8C9E-35A04BACFE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3973E-AE27-4085-A261-7259F07F66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740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5D46B6-F69F-4546-B182-7FE81A270B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형상인식 메뉴얼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E136F9-0A11-4382-8A9C-CC0FC3512D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504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F9E136F9-0A11-4382-8A9C-CC0FC3512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672" y="455426"/>
            <a:ext cx="6304633" cy="5792974"/>
          </a:xfrm>
        </p:spPr>
        <p:txBody>
          <a:bodyPr>
            <a:normAutofit/>
          </a:bodyPr>
          <a:lstStyle/>
          <a:p>
            <a:pPr algn="l"/>
            <a:r>
              <a:rPr lang="ko-KR" altLang="en-US" dirty="0"/>
              <a:t>설치 전 </a:t>
            </a:r>
            <a:r>
              <a:rPr lang="en-US" altLang="ko-KR" dirty="0"/>
              <a:t>README </a:t>
            </a:r>
            <a:r>
              <a:rPr lang="ko-KR" altLang="en-US" dirty="0"/>
              <a:t>필독</a:t>
            </a:r>
            <a:endParaRPr lang="en-US" altLang="ko-KR" dirty="0"/>
          </a:p>
          <a:p>
            <a:pPr algn="l"/>
            <a:endParaRPr lang="en-US" altLang="ko-KR" dirty="0"/>
          </a:p>
          <a:p>
            <a:pPr algn="l"/>
            <a:r>
              <a:rPr lang="ko-KR" altLang="en-US" dirty="0"/>
              <a:t>유의사항</a:t>
            </a:r>
            <a:endParaRPr lang="en-US" altLang="ko-KR" dirty="0"/>
          </a:p>
          <a:p>
            <a:pPr algn="l"/>
            <a:r>
              <a:rPr lang="ko-KR" altLang="en-US" dirty="0"/>
              <a:t>인터넷 연결 필요</a:t>
            </a:r>
            <a:endParaRPr lang="en-US" altLang="ko-KR" dirty="0"/>
          </a:p>
          <a:p>
            <a:pPr algn="l"/>
            <a:r>
              <a:rPr lang="en-US" altLang="ko-KR" dirty="0"/>
              <a:t>PYTHON </a:t>
            </a:r>
            <a:r>
              <a:rPr lang="ko-KR" altLang="en-US" dirty="0"/>
              <a:t>환경 구축</a:t>
            </a:r>
            <a:r>
              <a:rPr lang="en-US" altLang="ko-KR" dirty="0"/>
              <a:t>(3.10ver</a:t>
            </a:r>
            <a:r>
              <a:rPr lang="ko-KR" altLang="en-US" dirty="0"/>
              <a:t>이상 필요</a:t>
            </a:r>
            <a:r>
              <a:rPr lang="en-US" altLang="ko-KR" dirty="0"/>
              <a:t>)</a:t>
            </a:r>
          </a:p>
          <a:p>
            <a:pPr algn="l"/>
            <a:endParaRPr lang="en-US" altLang="ko-KR" dirty="0"/>
          </a:p>
          <a:p>
            <a:pPr algn="l"/>
            <a:endParaRPr lang="en-US" altLang="ko-KR" dirty="0"/>
          </a:p>
          <a:p>
            <a:pPr algn="l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3298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F9E136F9-0A11-4382-8A9C-CC0FC3512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6136" y="1660586"/>
            <a:ext cx="9144000" cy="1655762"/>
          </a:xfrm>
        </p:spPr>
        <p:txBody>
          <a:bodyPr/>
          <a:lstStyle/>
          <a:p>
            <a:r>
              <a:rPr lang="ko-KR" altLang="en-US" dirty="0"/>
              <a:t>필요파일</a:t>
            </a:r>
            <a:r>
              <a:rPr lang="en-US" altLang="ko-KR" dirty="0"/>
              <a:t>: app.py, Run.bat, Install.bat(</a:t>
            </a:r>
            <a:r>
              <a:rPr lang="ko-KR" altLang="en-US" dirty="0"/>
              <a:t>최초 설치용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CDF8A61-8E70-49AE-91D3-97F6326485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021" y="1358900"/>
            <a:ext cx="4134427" cy="134321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F6AA807-7C85-433C-9173-6D7D304D6A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930583"/>
            <a:ext cx="5344271" cy="2295845"/>
          </a:xfrm>
          <a:prstGeom prst="rect">
            <a:avLst/>
          </a:prstGeom>
        </p:spPr>
      </p:pic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D4ABD889-3692-4E91-9F92-830856B3DBB8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2160494" y="2702112"/>
            <a:ext cx="3935506" cy="2376394"/>
          </a:xfrm>
          <a:prstGeom prst="bentConnector3">
            <a:avLst>
              <a:gd name="adj1" fmla="val 34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부제목 2">
            <a:extLst>
              <a:ext uri="{FF2B5EF4-FFF2-40B4-BE49-F238E27FC236}">
                <a16:creationId xmlns:a16="http://schemas.microsoft.com/office/drawing/2014/main" id="{F7E370B3-8828-4737-AC60-04605671300A}"/>
              </a:ext>
            </a:extLst>
          </p:cNvPr>
          <p:cNvSpPr txBox="1">
            <a:spLocks/>
          </p:cNvSpPr>
          <p:nvPr/>
        </p:nvSpPr>
        <p:spPr>
          <a:xfrm>
            <a:off x="1551547" y="5331999"/>
            <a:ext cx="4203794" cy="64093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필요 패키지들 설치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최초 환경 구축시만 실행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4107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F9E136F9-0A11-4382-8A9C-CC0FC3512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6297" y="2834559"/>
            <a:ext cx="3827929" cy="1655762"/>
          </a:xfrm>
        </p:spPr>
        <p:txBody>
          <a:bodyPr/>
          <a:lstStyle/>
          <a:p>
            <a:r>
              <a:rPr lang="en-US" altLang="ko-KR" dirty="0"/>
              <a:t>RUN </a:t>
            </a:r>
            <a:r>
              <a:rPr lang="ko-KR" altLang="en-US" dirty="0" err="1"/>
              <a:t>실행시</a:t>
            </a:r>
            <a:r>
              <a:rPr lang="ko-KR" altLang="en-US" dirty="0"/>
              <a:t> 자동실행</a:t>
            </a:r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en-US" altLang="ko-KR" dirty="0" err="1">
                <a:solidFill>
                  <a:srgbClr val="FF0000"/>
                </a:solidFill>
              </a:rPr>
              <a:t>cmd</a:t>
            </a:r>
            <a:r>
              <a:rPr lang="ko-KR" altLang="en-US" dirty="0">
                <a:solidFill>
                  <a:srgbClr val="FF0000"/>
                </a:solidFill>
              </a:rPr>
              <a:t>창 종료 금지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C61FC76-37D5-4903-88B3-0A3E9C303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182" y="1298170"/>
            <a:ext cx="5217878" cy="395963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7FA2E0E-5579-44DB-82FB-BF46014887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021" y="1358900"/>
            <a:ext cx="4134427" cy="1343212"/>
          </a:xfrm>
          <a:prstGeom prst="rect">
            <a:avLst/>
          </a:prstGeom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92F43432-290A-40A5-9739-1936CF0B7EC6}"/>
              </a:ext>
            </a:extLst>
          </p:cNvPr>
          <p:cNvSpPr/>
          <p:nvPr/>
        </p:nvSpPr>
        <p:spPr>
          <a:xfrm>
            <a:off x="4724400" y="1891553"/>
            <a:ext cx="1218782" cy="3496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8924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298B26C-95E5-4AD6-92A8-941F68ABC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09531" cy="6858000"/>
          </a:xfrm>
          <a:prstGeom prst="rect">
            <a:avLst/>
          </a:prstGeom>
        </p:spPr>
      </p:pic>
      <p:sp>
        <p:nvSpPr>
          <p:cNvPr id="3" name="부제목 2">
            <a:extLst>
              <a:ext uri="{FF2B5EF4-FFF2-40B4-BE49-F238E27FC236}">
                <a16:creationId xmlns:a16="http://schemas.microsoft.com/office/drawing/2014/main" id="{F9E136F9-0A11-4382-8A9C-CC0FC3512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83976" y="1145709"/>
            <a:ext cx="6822142" cy="1655762"/>
          </a:xfrm>
        </p:spPr>
        <p:txBody>
          <a:bodyPr>
            <a:norm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측정 단위 설정</a:t>
            </a:r>
            <a:endParaRPr lang="en-US" altLang="ko-KR" b="1" dirty="0">
              <a:solidFill>
                <a:srgbClr val="FF0000"/>
              </a:solidFill>
            </a:endParaRPr>
          </a:p>
          <a:p>
            <a:r>
              <a:rPr lang="ko-KR" altLang="en-US" b="1" dirty="0">
                <a:solidFill>
                  <a:srgbClr val="FF0000"/>
                </a:solidFill>
              </a:rPr>
              <a:t>신뢰도 컷오프</a:t>
            </a:r>
            <a:r>
              <a:rPr lang="en-US" altLang="ko-KR" b="1" dirty="0">
                <a:solidFill>
                  <a:srgbClr val="FF0000"/>
                </a:solidFill>
              </a:rPr>
              <a:t>(</a:t>
            </a:r>
            <a:r>
              <a:rPr lang="ko-KR" altLang="en-US" b="1" dirty="0">
                <a:solidFill>
                  <a:srgbClr val="FF0000"/>
                </a:solidFill>
              </a:rPr>
              <a:t>권장범위</a:t>
            </a:r>
            <a:r>
              <a:rPr lang="en-US" altLang="ko-KR" b="1" dirty="0">
                <a:solidFill>
                  <a:srgbClr val="FF0000"/>
                </a:solidFill>
              </a:rPr>
              <a:t>80~90%</a:t>
            </a:r>
          </a:p>
          <a:p>
            <a:r>
              <a:rPr lang="ko-KR" altLang="en-US" b="1" dirty="0">
                <a:solidFill>
                  <a:srgbClr val="FF0000"/>
                </a:solidFill>
              </a:rPr>
              <a:t>기준 자 길이</a:t>
            </a:r>
            <a:r>
              <a:rPr lang="en-US" altLang="ko-KR" b="1" dirty="0">
                <a:solidFill>
                  <a:srgbClr val="FF0000"/>
                </a:solidFill>
              </a:rPr>
              <a:t>(</a:t>
            </a:r>
            <a:r>
              <a:rPr lang="ko-KR" altLang="en-US" b="1" dirty="0">
                <a:solidFill>
                  <a:srgbClr val="FF0000"/>
                </a:solidFill>
              </a:rPr>
              <a:t>실험필요</a:t>
            </a:r>
            <a:r>
              <a:rPr lang="en-US" altLang="ko-KR" b="1" dirty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BD3D5BD1-F01E-4078-85D7-F508CF1D51BF}"/>
              </a:ext>
            </a:extLst>
          </p:cNvPr>
          <p:cNvCxnSpPr/>
          <p:nvPr/>
        </p:nvCxnSpPr>
        <p:spPr>
          <a:xfrm flipV="1">
            <a:off x="1237129" y="1326776"/>
            <a:ext cx="1622612" cy="107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B855FDD-88F7-4349-B0FF-20E07A6A5FE5}"/>
              </a:ext>
            </a:extLst>
          </p:cNvPr>
          <p:cNvCxnSpPr/>
          <p:nvPr/>
        </p:nvCxnSpPr>
        <p:spPr>
          <a:xfrm flipV="1">
            <a:off x="1308847" y="1866013"/>
            <a:ext cx="1622612" cy="107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F6F581F-8C04-4EC5-85F0-3CB5535E056B}"/>
              </a:ext>
            </a:extLst>
          </p:cNvPr>
          <p:cNvCxnSpPr/>
          <p:nvPr/>
        </p:nvCxnSpPr>
        <p:spPr>
          <a:xfrm flipV="1">
            <a:off x="1308847" y="2397640"/>
            <a:ext cx="1622612" cy="107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F86B7AF-3A77-4556-9DFC-C3A66B95C6E0}"/>
              </a:ext>
            </a:extLst>
          </p:cNvPr>
          <p:cNvSpPr/>
          <p:nvPr/>
        </p:nvSpPr>
        <p:spPr>
          <a:xfrm>
            <a:off x="-44824" y="2918947"/>
            <a:ext cx="2375648" cy="219906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470D5ACD-9403-41B6-940E-351D917A81C9}"/>
              </a:ext>
            </a:extLst>
          </p:cNvPr>
          <p:cNvSpPr/>
          <p:nvPr/>
        </p:nvSpPr>
        <p:spPr>
          <a:xfrm>
            <a:off x="2330824" y="3953435"/>
            <a:ext cx="1281952" cy="3326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C9B629-8312-4EA6-AEEC-34456CABD042}"/>
              </a:ext>
            </a:extLst>
          </p:cNvPr>
          <p:cNvSpPr txBox="1"/>
          <p:nvPr/>
        </p:nvSpPr>
        <p:spPr>
          <a:xfrm>
            <a:off x="3612776" y="3746828"/>
            <a:ext cx="46616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세로로 찍은 사진을 자동으로 가로로 변경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스마트 각도 보정 계측</a:t>
            </a:r>
            <a:r>
              <a:rPr lang="en-US" altLang="ko-KR" dirty="0"/>
              <a:t>(</a:t>
            </a:r>
            <a:r>
              <a:rPr lang="ko-KR" altLang="en-US" dirty="0"/>
              <a:t>크게 각도가 비틀린 시편의 각도 보정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NG/OK</a:t>
            </a:r>
            <a:r>
              <a:rPr lang="ko-KR" altLang="en-US" dirty="0"/>
              <a:t>기능 활성화</a:t>
            </a:r>
            <a:r>
              <a:rPr lang="en-US" altLang="ko-KR" dirty="0"/>
              <a:t>(</a:t>
            </a:r>
            <a:r>
              <a:rPr lang="ko-KR" altLang="en-US" dirty="0" err="1"/>
              <a:t>실험중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98FC64BA-E195-4682-BC74-D52A4849CD27}"/>
              </a:ext>
            </a:extLst>
          </p:cNvPr>
          <p:cNvCxnSpPr/>
          <p:nvPr/>
        </p:nvCxnSpPr>
        <p:spPr>
          <a:xfrm flipV="1">
            <a:off x="1461247" y="2018413"/>
            <a:ext cx="1622612" cy="107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2025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298B26C-95E5-4AD6-92A8-941F68ABC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09531" cy="6858000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F86B7AF-3A77-4556-9DFC-C3A66B95C6E0}"/>
              </a:ext>
            </a:extLst>
          </p:cNvPr>
          <p:cNvSpPr/>
          <p:nvPr/>
        </p:nvSpPr>
        <p:spPr>
          <a:xfrm>
            <a:off x="2729117" y="1801906"/>
            <a:ext cx="8055424" cy="93232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470D5ACD-9403-41B6-940E-351D917A81C9}"/>
              </a:ext>
            </a:extLst>
          </p:cNvPr>
          <p:cNvSpPr/>
          <p:nvPr/>
        </p:nvSpPr>
        <p:spPr>
          <a:xfrm rot="5400000">
            <a:off x="4598468" y="3074216"/>
            <a:ext cx="1012593" cy="3326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C9B629-8312-4EA6-AEEC-34456CABD042}"/>
              </a:ext>
            </a:extLst>
          </p:cNvPr>
          <p:cNvSpPr txBox="1"/>
          <p:nvPr/>
        </p:nvSpPr>
        <p:spPr>
          <a:xfrm>
            <a:off x="3612776" y="3746828"/>
            <a:ext cx="46616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Drag&amp;Drop</a:t>
            </a:r>
            <a:r>
              <a:rPr lang="en-US" altLang="ko-KR" dirty="0"/>
              <a:t> </a:t>
            </a:r>
            <a:r>
              <a:rPr lang="ko-KR" altLang="en-US" dirty="0"/>
              <a:t>형태로 복수의 파일 한번에 업로드 가능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API</a:t>
            </a:r>
            <a:r>
              <a:rPr lang="ko-KR" altLang="en-US" dirty="0"/>
              <a:t>호출 </a:t>
            </a:r>
            <a:r>
              <a:rPr lang="ko-KR" altLang="en-US" dirty="0" err="1"/>
              <a:t>잔여량에</a:t>
            </a:r>
            <a:r>
              <a:rPr lang="ko-KR" altLang="en-US" dirty="0"/>
              <a:t> 따라 다르지만</a:t>
            </a:r>
            <a:r>
              <a:rPr lang="en-US" altLang="ko-KR" dirty="0"/>
              <a:t>, 1</a:t>
            </a:r>
            <a:r>
              <a:rPr lang="ko-KR" altLang="en-US" dirty="0"/>
              <a:t>달에 </a:t>
            </a:r>
            <a:r>
              <a:rPr lang="en-US" altLang="ko-KR" dirty="0"/>
              <a:t>1</a:t>
            </a:r>
            <a:r>
              <a:rPr lang="ko-KR" altLang="en-US" dirty="0"/>
              <a:t>만장 정도 문제 없이 처리 가능</a:t>
            </a:r>
          </a:p>
        </p:txBody>
      </p:sp>
    </p:spTree>
    <p:extLst>
      <p:ext uri="{BB962C8B-B14F-4D97-AF65-F5344CB8AC3E}">
        <p14:creationId xmlns:p14="http://schemas.microsoft.com/office/powerpoint/2010/main" val="3148499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13C118C-158B-49B3-BB1E-04457160F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3" y="956137"/>
            <a:ext cx="12192000" cy="2626732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F86B7AF-3A77-4556-9DFC-C3A66B95C6E0}"/>
              </a:ext>
            </a:extLst>
          </p:cNvPr>
          <p:cNvSpPr/>
          <p:nvPr/>
        </p:nvSpPr>
        <p:spPr>
          <a:xfrm>
            <a:off x="125506" y="1295628"/>
            <a:ext cx="12066494" cy="93232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470D5ACD-9403-41B6-940E-351D917A81C9}"/>
              </a:ext>
            </a:extLst>
          </p:cNvPr>
          <p:cNvSpPr/>
          <p:nvPr/>
        </p:nvSpPr>
        <p:spPr>
          <a:xfrm rot="5400000">
            <a:off x="224408" y="3580513"/>
            <a:ext cx="1477326" cy="3326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C9B629-8312-4EA6-AEEC-34456CABD042}"/>
              </a:ext>
            </a:extLst>
          </p:cNvPr>
          <p:cNvSpPr txBox="1"/>
          <p:nvPr/>
        </p:nvSpPr>
        <p:spPr>
          <a:xfrm>
            <a:off x="358587" y="4670193"/>
            <a:ext cx="4661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계측 시작 </a:t>
            </a:r>
            <a:r>
              <a:rPr lang="en-US" altLang="ko-KR" dirty="0"/>
              <a:t>(20</a:t>
            </a:r>
            <a:r>
              <a:rPr lang="ko-KR" altLang="en-US" dirty="0"/>
              <a:t>장 기준 </a:t>
            </a:r>
            <a:r>
              <a:rPr lang="en-US" altLang="ko-KR" dirty="0"/>
              <a:t>1</a:t>
            </a:r>
            <a:r>
              <a:rPr lang="ko-KR" altLang="en-US" dirty="0"/>
              <a:t>분 이하 소요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61E6CE5-5F54-4104-8BDB-F0EBBDDCB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448" y="1761792"/>
            <a:ext cx="5308718" cy="5028934"/>
          </a:xfrm>
          <a:prstGeom prst="rect">
            <a:avLst/>
          </a:prstGeom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666508F6-E42E-4DA8-8238-E51D653FE2CC}"/>
              </a:ext>
            </a:extLst>
          </p:cNvPr>
          <p:cNvSpPr/>
          <p:nvPr/>
        </p:nvSpPr>
        <p:spPr>
          <a:xfrm rot="7970048">
            <a:off x="5357337" y="5080794"/>
            <a:ext cx="1477326" cy="3326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555F46-6CD1-437E-948C-6DAF0CB7E523}"/>
              </a:ext>
            </a:extLst>
          </p:cNvPr>
          <p:cNvSpPr txBox="1"/>
          <p:nvPr/>
        </p:nvSpPr>
        <p:spPr>
          <a:xfrm>
            <a:off x="2920882" y="5757517"/>
            <a:ext cx="4661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개별 결과 다운로드 가능</a:t>
            </a:r>
          </a:p>
        </p:txBody>
      </p:sp>
    </p:spTree>
    <p:extLst>
      <p:ext uri="{BB962C8B-B14F-4D97-AF65-F5344CB8AC3E}">
        <p14:creationId xmlns:p14="http://schemas.microsoft.com/office/powerpoint/2010/main" val="1353595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470D5ACD-9403-41B6-940E-351D917A81C9}"/>
              </a:ext>
            </a:extLst>
          </p:cNvPr>
          <p:cNvSpPr/>
          <p:nvPr/>
        </p:nvSpPr>
        <p:spPr>
          <a:xfrm rot="5400000">
            <a:off x="224408" y="3580513"/>
            <a:ext cx="1477326" cy="3326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C9B629-8312-4EA6-AEEC-34456CABD042}"/>
              </a:ext>
            </a:extLst>
          </p:cNvPr>
          <p:cNvSpPr txBox="1"/>
          <p:nvPr/>
        </p:nvSpPr>
        <p:spPr>
          <a:xfrm>
            <a:off x="358587" y="4670193"/>
            <a:ext cx="4661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계측 시작 </a:t>
            </a:r>
            <a:r>
              <a:rPr lang="en-US" altLang="ko-KR" dirty="0"/>
              <a:t>(20</a:t>
            </a:r>
            <a:r>
              <a:rPr lang="ko-KR" altLang="en-US" dirty="0"/>
              <a:t>장 기준 </a:t>
            </a:r>
            <a:r>
              <a:rPr lang="en-US" altLang="ko-KR" dirty="0"/>
              <a:t>1</a:t>
            </a:r>
            <a:r>
              <a:rPr lang="ko-KR" altLang="en-US" dirty="0"/>
              <a:t>분 이하 소요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555F46-6CD1-437E-948C-6DAF0CB7E523}"/>
              </a:ext>
            </a:extLst>
          </p:cNvPr>
          <p:cNvSpPr txBox="1"/>
          <p:nvPr/>
        </p:nvSpPr>
        <p:spPr>
          <a:xfrm>
            <a:off x="1719612" y="5154267"/>
            <a:ext cx="965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전체 결과 통합다운로드</a:t>
            </a:r>
            <a:r>
              <a:rPr lang="en-US" altLang="ko-KR" dirty="0"/>
              <a:t>&amp; </a:t>
            </a:r>
            <a:r>
              <a:rPr lang="ko-KR" altLang="en-US" dirty="0"/>
              <a:t>데이터 교정 기능</a:t>
            </a:r>
            <a:r>
              <a:rPr lang="en-US" altLang="ko-KR" dirty="0"/>
              <a:t>(In </a:t>
            </a:r>
            <a:r>
              <a:rPr lang="en-US" altLang="ko-KR" dirty="0" err="1"/>
              <a:t>WebUI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097A101-E476-488B-BBA1-564384403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8869"/>
            <a:ext cx="12192000" cy="3620261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F86B7AF-3A77-4556-9DFC-C3A66B95C6E0}"/>
              </a:ext>
            </a:extLst>
          </p:cNvPr>
          <p:cNvSpPr/>
          <p:nvPr/>
        </p:nvSpPr>
        <p:spPr>
          <a:xfrm>
            <a:off x="-10576" y="1799480"/>
            <a:ext cx="12066494" cy="324004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032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155</Words>
  <Application>Microsoft Office PowerPoint</Application>
  <PresentationFormat>와이드스크린</PresentationFormat>
  <Paragraphs>27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형상인식 메뉴얼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형상인식 메뉴얼</dc:title>
  <dc:creator>KTR</dc:creator>
  <cp:lastModifiedBy>KTR</cp:lastModifiedBy>
  <cp:revision>5</cp:revision>
  <dcterms:created xsi:type="dcterms:W3CDTF">2026-07-27T00:27:07Z</dcterms:created>
  <dcterms:modified xsi:type="dcterms:W3CDTF">2026-07-27T01:06:49Z</dcterms:modified>
</cp:coreProperties>
</file>